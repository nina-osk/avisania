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-222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hernandez" userId="311e7bec680f0d6c" providerId="LiveId" clId="{5546AFE2-DC9F-4F7F-9F44-19E6711A3066}"/>
    <pc:docChg chg="custSel modSld">
      <pc:chgData name="pablo hernandez" userId="311e7bec680f0d6c" providerId="LiveId" clId="{5546AFE2-DC9F-4F7F-9F44-19E6711A3066}" dt="2026-02-24T14:04:45.049" v="1432" actId="20577"/>
      <pc:docMkLst>
        <pc:docMk/>
      </pc:docMkLst>
      <pc:sldChg chg="modSp mod">
        <pc:chgData name="pablo hernandez" userId="311e7bec680f0d6c" providerId="LiveId" clId="{5546AFE2-DC9F-4F7F-9F44-19E6711A3066}" dt="2026-02-24T14:04:45.049" v="1432" actId="20577"/>
        <pc:sldMkLst>
          <pc:docMk/>
          <pc:sldMk cId="352453082" sldId="257"/>
        </pc:sldMkLst>
        <pc:spChg chg="mod">
          <ac:chgData name="pablo hernandez" userId="311e7bec680f0d6c" providerId="LiveId" clId="{5546AFE2-DC9F-4F7F-9F44-19E6711A3066}" dt="2026-02-24T13:58:02.140" v="678" actId="5793"/>
          <ac:spMkLst>
            <pc:docMk/>
            <pc:sldMk cId="352453082" sldId="257"/>
            <ac:spMk id="15" creationId="{881AD3C7-7027-BE2E-DDA4-C7085F96C4AD}"/>
          </ac:spMkLst>
        </pc:spChg>
        <pc:spChg chg="mod">
          <ac:chgData name="pablo hernandez" userId="311e7bec680f0d6c" providerId="LiveId" clId="{5546AFE2-DC9F-4F7F-9F44-19E6711A3066}" dt="2026-02-24T14:00:09.530" v="1139" actId="20577"/>
          <ac:spMkLst>
            <pc:docMk/>
            <pc:sldMk cId="352453082" sldId="257"/>
            <ac:spMk id="22" creationId="{55F759A6-1FB6-8FC8-08F9-DCC83C341FE6}"/>
          </ac:spMkLst>
        </pc:spChg>
        <pc:spChg chg="mod">
          <ac:chgData name="pablo hernandez" userId="311e7bec680f0d6c" providerId="LiveId" clId="{5546AFE2-DC9F-4F7F-9F44-19E6711A3066}" dt="2026-02-24T14:04:45.049" v="1432" actId="20577"/>
          <ac:spMkLst>
            <pc:docMk/>
            <pc:sldMk cId="352453082" sldId="257"/>
            <ac:spMk id="27" creationId="{7BD921CD-0F72-0491-453E-A583CE59A011}"/>
          </ac:spMkLst>
        </pc:spChg>
        <pc:spChg chg="mod">
          <ac:chgData name="pablo hernandez" userId="311e7bec680f0d6c" providerId="LiveId" clId="{5546AFE2-DC9F-4F7F-9F44-19E6711A3066}" dt="2026-02-24T13:56:32.422" v="383" actId="20577"/>
          <ac:spMkLst>
            <pc:docMk/>
            <pc:sldMk cId="352453082" sldId="257"/>
            <ac:spMk id="29" creationId="{2B091E80-C571-95C5-6A51-3FB87FC144D1}"/>
          </ac:spMkLst>
        </pc:spChg>
      </pc:sldChg>
    </pc:docChg>
  </pc:docChgLst>
  <pc:docChgLst>
    <pc:chgData name="Marta Lobo Lopez de Molina" userId="3199fddb9f64e220" providerId="LiveId" clId="{26D6AB9A-16D2-4461-A5AD-69185B02E06C}"/>
    <pc:docChg chg="undo custSel addSld modSld">
      <pc:chgData name="Marta Lobo Lopez de Molina" userId="3199fddb9f64e220" providerId="LiveId" clId="{26D6AB9A-16D2-4461-A5AD-69185B02E06C}" dt="2026-02-12T11:05:14.787" v="1134" actId="2"/>
      <pc:docMkLst>
        <pc:docMk/>
      </pc:docMkLst>
      <pc:sldChg chg="addSp delSp modSp mod">
        <pc:chgData name="Marta Lobo Lopez de Molina" userId="3199fddb9f64e220" providerId="LiveId" clId="{26D6AB9A-16D2-4461-A5AD-69185B02E06C}" dt="2026-02-12T11:05:12.912" v="1133" actId="313"/>
        <pc:sldMkLst>
          <pc:docMk/>
          <pc:sldMk cId="341323460" sldId="256"/>
        </pc:sldMkLst>
        <pc:spChg chg="mod">
          <ac:chgData name="Marta Lobo Lopez de Molina" userId="3199fddb9f64e220" providerId="LiveId" clId="{26D6AB9A-16D2-4461-A5AD-69185B02E06C}" dt="2026-02-12T10:44:57.654" v="845" actId="122"/>
          <ac:spMkLst>
            <pc:docMk/>
            <pc:sldMk cId="341323460" sldId="256"/>
            <ac:spMk id="5" creationId="{9EAEBA66-EF99-DD6C-B967-FC03DABFA804}"/>
          </ac:spMkLst>
        </pc:spChg>
        <pc:spChg chg="mod">
          <ac:chgData name="Marta Lobo Lopez de Molina" userId="3199fddb9f64e220" providerId="LiveId" clId="{26D6AB9A-16D2-4461-A5AD-69185B02E06C}" dt="2026-02-12T10:28:41.883" v="13" actId="20577"/>
          <ac:spMkLst>
            <pc:docMk/>
            <pc:sldMk cId="341323460" sldId="256"/>
            <ac:spMk id="8" creationId="{739AE2D8-1C66-3A6B-CC02-06874710B2B8}"/>
          </ac:spMkLst>
        </pc:spChg>
        <pc:spChg chg="mod">
          <ac:chgData name="Marta Lobo Lopez de Molina" userId="3199fddb9f64e220" providerId="LiveId" clId="{26D6AB9A-16D2-4461-A5AD-69185B02E06C}" dt="2026-02-12T10:34:56.063" v="186" actId="20577"/>
          <ac:spMkLst>
            <pc:docMk/>
            <pc:sldMk cId="341323460" sldId="256"/>
            <ac:spMk id="9" creationId="{71B67015-5283-76AA-FDFD-0836242C8B63}"/>
          </ac:spMkLst>
        </pc:spChg>
        <pc:spChg chg="mod">
          <ac:chgData name="Marta Lobo Lopez de Molina" userId="3199fddb9f64e220" providerId="LiveId" clId="{26D6AB9A-16D2-4461-A5AD-69185B02E06C}" dt="2026-02-12T10:44:42.151" v="841" actId="20577"/>
          <ac:spMkLst>
            <pc:docMk/>
            <pc:sldMk cId="341323460" sldId="256"/>
            <ac:spMk id="14" creationId="{B9333148-D874-CA90-1E68-34DAA5EAD27C}"/>
          </ac:spMkLst>
        </pc:spChg>
        <pc:spChg chg="mod">
          <ac:chgData name="Marta Lobo Lopez de Molina" userId="3199fddb9f64e220" providerId="LiveId" clId="{26D6AB9A-16D2-4461-A5AD-69185B02E06C}" dt="2026-02-12T11:05:10.468" v="1131" actId="313"/>
          <ac:spMkLst>
            <pc:docMk/>
            <pc:sldMk cId="341323460" sldId="256"/>
            <ac:spMk id="15" creationId="{5E217C64-8C7C-82B4-4D6D-752A15E98ABF}"/>
          </ac:spMkLst>
        </pc:spChg>
        <pc:spChg chg="mod">
          <ac:chgData name="Marta Lobo Lopez de Molina" userId="3199fddb9f64e220" providerId="LiveId" clId="{26D6AB9A-16D2-4461-A5AD-69185B02E06C}" dt="2026-02-12T10:59:17.973" v="1106" actId="1037"/>
          <ac:spMkLst>
            <pc:docMk/>
            <pc:sldMk cId="341323460" sldId="256"/>
            <ac:spMk id="18" creationId="{62FD7524-D151-AEAB-7C10-D6DAA754C062}"/>
          </ac:spMkLst>
        </pc:spChg>
        <pc:spChg chg="add mod">
          <ac:chgData name="Marta Lobo Lopez de Molina" userId="3199fddb9f64e220" providerId="LiveId" clId="{26D6AB9A-16D2-4461-A5AD-69185B02E06C}" dt="2026-02-12T10:59:17.973" v="1106" actId="1037"/>
          <ac:spMkLst>
            <pc:docMk/>
            <pc:sldMk cId="341323460" sldId="256"/>
            <ac:spMk id="21" creationId="{040B0436-7224-398A-3714-B095BFBE1645}"/>
          </ac:spMkLst>
        </pc:spChg>
        <pc:spChg chg="add mod">
          <ac:chgData name="Marta Lobo Lopez de Molina" userId="3199fddb9f64e220" providerId="LiveId" clId="{26D6AB9A-16D2-4461-A5AD-69185B02E06C}" dt="2026-02-12T10:59:17.973" v="1106" actId="1037"/>
          <ac:spMkLst>
            <pc:docMk/>
            <pc:sldMk cId="341323460" sldId="256"/>
            <ac:spMk id="22" creationId="{417C882F-0F55-84DE-D7CF-8A7687E952D8}"/>
          </ac:spMkLst>
        </pc:spChg>
        <pc:spChg chg="add mod">
          <ac:chgData name="Marta Lobo Lopez de Molina" userId="3199fddb9f64e220" providerId="LiveId" clId="{26D6AB9A-16D2-4461-A5AD-69185B02E06C}" dt="2026-02-12T11:05:11.832" v="1132" actId="313"/>
          <ac:spMkLst>
            <pc:docMk/>
            <pc:sldMk cId="341323460" sldId="256"/>
            <ac:spMk id="23" creationId="{79FA45E7-044E-BA9F-DD8A-B364C2AA8D63}"/>
          </ac:spMkLst>
        </pc:spChg>
        <pc:spChg chg="add mod">
          <ac:chgData name="Marta Lobo Lopez de Molina" userId="3199fddb9f64e220" providerId="LiveId" clId="{26D6AB9A-16D2-4461-A5AD-69185B02E06C}" dt="2026-02-12T10:59:24.874" v="1119" actId="1037"/>
          <ac:spMkLst>
            <pc:docMk/>
            <pc:sldMk cId="341323460" sldId="256"/>
            <ac:spMk id="26" creationId="{27C3794C-9259-1714-E8F4-1B7FF10F83E3}"/>
          </ac:spMkLst>
        </pc:spChg>
        <pc:spChg chg="add mod">
          <ac:chgData name="Marta Lobo Lopez de Molina" userId="3199fddb9f64e220" providerId="LiveId" clId="{26D6AB9A-16D2-4461-A5AD-69185B02E06C}" dt="2026-02-12T11:05:12.912" v="1133" actId="313"/>
          <ac:spMkLst>
            <pc:docMk/>
            <pc:sldMk cId="341323460" sldId="256"/>
            <ac:spMk id="27" creationId="{2167F5F2-1E19-0D5B-A27C-A6A087C39391}"/>
          </ac:spMkLst>
        </pc:spChg>
        <pc:spChg chg="add mod">
          <ac:chgData name="Marta Lobo Lopez de Molina" userId="3199fddb9f64e220" providerId="LiveId" clId="{26D6AB9A-16D2-4461-A5AD-69185B02E06C}" dt="2026-02-12T10:49:58.525" v="1049" actId="20577"/>
          <ac:spMkLst>
            <pc:docMk/>
            <pc:sldMk cId="341323460" sldId="256"/>
            <ac:spMk id="28" creationId="{BB5D8FD5-F2D6-438D-F190-03B20D878AD5}"/>
          </ac:spMkLst>
        </pc:spChg>
        <pc:spChg chg="add mod">
          <ac:chgData name="Marta Lobo Lopez de Molina" userId="3199fddb9f64e220" providerId="LiveId" clId="{26D6AB9A-16D2-4461-A5AD-69185B02E06C}" dt="2026-02-12T10:50:10.361" v="1052" actId="6549"/>
          <ac:spMkLst>
            <pc:docMk/>
            <pc:sldMk cId="341323460" sldId="256"/>
            <ac:spMk id="29" creationId="{CB028611-47B3-A3BB-F92E-953CFC4FC292}"/>
          </ac:spMkLst>
        </pc:spChg>
        <pc:picChg chg="mod">
          <ac:chgData name="Marta Lobo Lopez de Molina" userId="3199fddb9f64e220" providerId="LiveId" clId="{26D6AB9A-16D2-4461-A5AD-69185B02E06C}" dt="2026-02-12T10:56:10.549" v="1076" actId="1076"/>
          <ac:picMkLst>
            <pc:docMk/>
            <pc:sldMk cId="341323460" sldId="256"/>
            <ac:picMk id="4" creationId="{718034D4-FEA0-5953-B181-EBE27F132D3D}"/>
          </ac:picMkLst>
        </pc:picChg>
        <pc:picChg chg="mod">
          <ac:chgData name="Marta Lobo Lopez de Molina" userId="3199fddb9f64e220" providerId="LiveId" clId="{26D6AB9A-16D2-4461-A5AD-69185B02E06C}" dt="2026-02-12T10:59:17.973" v="1106" actId="1037"/>
          <ac:picMkLst>
            <pc:docMk/>
            <pc:sldMk cId="341323460" sldId="256"/>
            <ac:picMk id="17" creationId="{CD185D7F-AADD-1AE5-591C-F089285BA4AC}"/>
          </ac:picMkLst>
        </pc:picChg>
        <pc:picChg chg="mod">
          <ac:chgData name="Marta Lobo Lopez de Molina" userId="3199fddb9f64e220" providerId="LiveId" clId="{26D6AB9A-16D2-4461-A5AD-69185B02E06C}" dt="2026-02-12T10:59:17.973" v="1106" actId="1037"/>
          <ac:picMkLst>
            <pc:docMk/>
            <pc:sldMk cId="341323460" sldId="256"/>
            <ac:picMk id="20" creationId="{E97B067D-90DF-DBC5-676D-EBF1B89527F6}"/>
          </ac:picMkLst>
        </pc:picChg>
        <pc:picChg chg="add mod">
          <ac:chgData name="Marta Lobo Lopez de Molina" userId="3199fddb9f64e220" providerId="LiveId" clId="{26D6AB9A-16D2-4461-A5AD-69185B02E06C}" dt="2026-02-12T10:59:24.874" v="1119" actId="1037"/>
          <ac:picMkLst>
            <pc:docMk/>
            <pc:sldMk cId="341323460" sldId="256"/>
            <ac:picMk id="24" creationId="{1E47C97B-12FE-CE4B-0937-A16F810B1A5C}"/>
          </ac:picMkLst>
        </pc:picChg>
        <pc:picChg chg="add mod">
          <ac:chgData name="Marta Lobo Lopez de Molina" userId="3199fddb9f64e220" providerId="LiveId" clId="{26D6AB9A-16D2-4461-A5AD-69185B02E06C}" dt="2026-02-12T10:59:24.874" v="1119" actId="1037"/>
          <ac:picMkLst>
            <pc:docMk/>
            <pc:sldMk cId="341323460" sldId="256"/>
            <ac:picMk id="25" creationId="{732D591C-DC20-90DE-3EA9-C558FD0EE898}"/>
          </ac:picMkLst>
        </pc:picChg>
        <pc:picChg chg="add mod modCrop">
          <ac:chgData name="Marta Lobo Lopez de Molina" userId="3199fddb9f64e220" providerId="LiveId" clId="{26D6AB9A-16D2-4461-A5AD-69185B02E06C}" dt="2026-02-12T10:55:53.850" v="1074" actId="14100"/>
          <ac:picMkLst>
            <pc:docMk/>
            <pc:sldMk cId="341323460" sldId="256"/>
            <ac:picMk id="35" creationId="{131EEBA7-B14F-F0D8-6EED-87B301219C09}"/>
          </ac:picMkLst>
        </pc:picChg>
        <pc:cxnChg chg="add mod">
          <ac:chgData name="Marta Lobo Lopez de Molina" userId="3199fddb9f64e220" providerId="LiveId" clId="{26D6AB9A-16D2-4461-A5AD-69185B02E06C}" dt="2026-02-12T10:57:12.749" v="1087" actId="14100"/>
          <ac:cxnSpMkLst>
            <pc:docMk/>
            <pc:sldMk cId="341323460" sldId="256"/>
            <ac:cxnSpMk id="37" creationId="{C739EF93-538F-638E-8F76-86807AE27679}"/>
          </ac:cxnSpMkLst>
        </pc:cxnChg>
        <pc:cxnChg chg="add mod">
          <ac:chgData name="Marta Lobo Lopez de Molina" userId="3199fddb9f64e220" providerId="LiveId" clId="{26D6AB9A-16D2-4461-A5AD-69185B02E06C}" dt="2026-02-12T10:56:49.660" v="1082" actId="14100"/>
          <ac:cxnSpMkLst>
            <pc:docMk/>
            <pc:sldMk cId="341323460" sldId="256"/>
            <ac:cxnSpMk id="38" creationId="{96E559F1-8D50-2FA7-67E6-FC1AAD4ACE3B}"/>
          </ac:cxnSpMkLst>
        </pc:cxnChg>
        <pc:cxnChg chg="add mod">
          <ac:chgData name="Marta Lobo Lopez de Molina" userId="3199fddb9f64e220" providerId="LiveId" clId="{26D6AB9A-16D2-4461-A5AD-69185B02E06C}" dt="2026-02-12T10:57:07.861" v="1086" actId="14100"/>
          <ac:cxnSpMkLst>
            <pc:docMk/>
            <pc:sldMk cId="341323460" sldId="256"/>
            <ac:cxnSpMk id="41" creationId="{C2A6D292-AE6C-0F66-368E-0B224EF86275}"/>
          </ac:cxnSpMkLst>
        </pc:cxnChg>
        <pc:cxnChg chg="add mod">
          <ac:chgData name="Marta Lobo Lopez de Molina" userId="3199fddb9f64e220" providerId="LiveId" clId="{26D6AB9A-16D2-4461-A5AD-69185B02E06C}" dt="2026-02-12T10:57:07.861" v="1086" actId="14100"/>
          <ac:cxnSpMkLst>
            <pc:docMk/>
            <pc:sldMk cId="341323460" sldId="256"/>
            <ac:cxnSpMk id="42" creationId="{9C87E1AD-D8A5-96EE-F30A-825FA2296260}"/>
          </ac:cxnSpMkLst>
        </pc:cxnChg>
        <pc:cxnChg chg="add mod">
          <ac:chgData name="Marta Lobo Lopez de Molina" userId="3199fddb9f64e220" providerId="LiveId" clId="{26D6AB9A-16D2-4461-A5AD-69185B02E06C}" dt="2026-02-12T10:59:17.973" v="1106" actId="1037"/>
          <ac:cxnSpMkLst>
            <pc:docMk/>
            <pc:sldMk cId="341323460" sldId="256"/>
            <ac:cxnSpMk id="48" creationId="{C3A21E66-5B10-6B39-A872-850AEB20062C}"/>
          </ac:cxnSpMkLst>
        </pc:cxnChg>
        <pc:cxnChg chg="add mod">
          <ac:chgData name="Marta Lobo Lopez de Molina" userId="3199fddb9f64e220" providerId="LiveId" clId="{26D6AB9A-16D2-4461-A5AD-69185B02E06C}" dt="2026-02-12T10:57:22.932" v="1089" actId="1076"/>
          <ac:cxnSpMkLst>
            <pc:docMk/>
            <pc:sldMk cId="341323460" sldId="256"/>
            <ac:cxnSpMk id="49" creationId="{B6F50C0A-1A7D-463E-DBBA-9DE980B86CB0}"/>
          </ac:cxnSpMkLst>
        </pc:cxnChg>
        <pc:cxnChg chg="add mod">
          <ac:chgData name="Marta Lobo Lopez de Molina" userId="3199fddb9f64e220" providerId="LiveId" clId="{26D6AB9A-16D2-4461-A5AD-69185B02E06C}" dt="2026-02-12T10:59:24.874" v="1119" actId="1037"/>
          <ac:cxnSpMkLst>
            <pc:docMk/>
            <pc:sldMk cId="341323460" sldId="256"/>
            <ac:cxnSpMk id="50" creationId="{4C3601D0-20FA-C688-CBC9-66D89CF6C44D}"/>
          </ac:cxnSpMkLst>
        </pc:cxnChg>
        <pc:cxnChg chg="add mod">
          <ac:chgData name="Marta Lobo Lopez de Molina" userId="3199fddb9f64e220" providerId="LiveId" clId="{26D6AB9A-16D2-4461-A5AD-69185B02E06C}" dt="2026-02-12T10:59:24.874" v="1119" actId="1037"/>
          <ac:cxnSpMkLst>
            <pc:docMk/>
            <pc:sldMk cId="341323460" sldId="256"/>
            <ac:cxnSpMk id="51" creationId="{DB898083-2B68-59FE-540C-FABF2613365F}"/>
          </ac:cxnSpMkLst>
        </pc:cxnChg>
      </pc:sldChg>
      <pc:sldChg chg="delSp modSp add mod">
        <pc:chgData name="Marta Lobo Lopez de Molina" userId="3199fddb9f64e220" providerId="LiveId" clId="{26D6AB9A-16D2-4461-A5AD-69185B02E06C}" dt="2026-02-12T11:05:14.787" v="1134" actId="2"/>
        <pc:sldMkLst>
          <pc:docMk/>
          <pc:sldMk cId="352453082" sldId="257"/>
        </pc:sldMkLst>
        <pc:spChg chg="mod">
          <ac:chgData name="Marta Lobo Lopez de Molina" userId="3199fddb9f64e220" providerId="LiveId" clId="{26D6AB9A-16D2-4461-A5AD-69185B02E06C}" dt="2026-02-12T11:03:06.051" v="1122" actId="1076"/>
          <ac:spMkLst>
            <pc:docMk/>
            <pc:sldMk cId="352453082" sldId="257"/>
            <ac:spMk id="14" creationId="{F62A7DDA-0E7C-0A3A-CA95-FBAA84FF3494}"/>
          </ac:spMkLst>
        </pc:spChg>
        <pc:spChg chg="mod">
          <ac:chgData name="Marta Lobo Lopez de Molina" userId="3199fddb9f64e220" providerId="LiveId" clId="{26D6AB9A-16D2-4461-A5AD-69185B02E06C}" dt="2026-02-12T11:05:14.787" v="1134" actId="2"/>
          <ac:spMkLst>
            <pc:docMk/>
            <pc:sldMk cId="352453082" sldId="257"/>
            <ac:spMk id="15" creationId="{881AD3C7-7027-BE2E-DDA4-C7085F96C4AD}"/>
          </ac:spMkLst>
        </pc:spChg>
        <pc:spChg chg="mod">
          <ac:chgData name="Marta Lobo Lopez de Molina" userId="3199fddb9f64e220" providerId="LiveId" clId="{26D6AB9A-16D2-4461-A5AD-69185B02E06C}" dt="2026-02-12T11:03:06.051" v="1122" actId="1076"/>
          <ac:spMkLst>
            <pc:docMk/>
            <pc:sldMk cId="352453082" sldId="257"/>
            <ac:spMk id="21" creationId="{7FAC4338-9A98-C965-DFA3-C9AE02181900}"/>
          </ac:spMkLst>
        </pc:spChg>
        <pc:spChg chg="mod">
          <ac:chgData name="Marta Lobo Lopez de Molina" userId="3199fddb9f64e220" providerId="LiveId" clId="{26D6AB9A-16D2-4461-A5AD-69185B02E06C}" dt="2026-02-12T11:03:06.051" v="1122" actId="1076"/>
          <ac:spMkLst>
            <pc:docMk/>
            <pc:sldMk cId="352453082" sldId="257"/>
            <ac:spMk id="22" creationId="{55F759A6-1FB6-8FC8-08F9-DCC83C341FE6}"/>
          </ac:spMkLst>
        </pc:spChg>
        <pc:spChg chg="mod">
          <ac:chgData name="Marta Lobo Lopez de Molina" userId="3199fddb9f64e220" providerId="LiveId" clId="{26D6AB9A-16D2-4461-A5AD-69185B02E06C}" dt="2026-02-12T11:03:06.051" v="1122" actId="1076"/>
          <ac:spMkLst>
            <pc:docMk/>
            <pc:sldMk cId="352453082" sldId="257"/>
            <ac:spMk id="26" creationId="{9A1E600E-97B1-EFDA-5799-0EC33D024414}"/>
          </ac:spMkLst>
        </pc:spChg>
        <pc:spChg chg="mod">
          <ac:chgData name="Marta Lobo Lopez de Molina" userId="3199fddb9f64e220" providerId="LiveId" clId="{26D6AB9A-16D2-4461-A5AD-69185B02E06C}" dt="2026-02-12T11:03:36.897" v="1124" actId="313"/>
          <ac:spMkLst>
            <pc:docMk/>
            <pc:sldMk cId="352453082" sldId="257"/>
            <ac:spMk id="27" creationId="{7BD921CD-0F72-0491-453E-A583CE59A011}"/>
          </ac:spMkLst>
        </pc:spChg>
        <pc:spChg chg="mod">
          <ac:chgData name="Marta Lobo Lopez de Molina" userId="3199fddb9f64e220" providerId="LiveId" clId="{26D6AB9A-16D2-4461-A5AD-69185B02E06C}" dt="2026-02-12T11:03:06.051" v="1122" actId="1076"/>
          <ac:spMkLst>
            <pc:docMk/>
            <pc:sldMk cId="352453082" sldId="257"/>
            <ac:spMk id="28" creationId="{95E3A8EB-BEC4-20DD-EF9D-FDA4152DE61A}"/>
          </ac:spMkLst>
        </pc:spChg>
        <pc:spChg chg="mod">
          <ac:chgData name="Marta Lobo Lopez de Molina" userId="3199fddb9f64e220" providerId="LiveId" clId="{26D6AB9A-16D2-4461-A5AD-69185B02E06C}" dt="2026-02-12T11:03:53.536" v="1128" actId="20577"/>
          <ac:spMkLst>
            <pc:docMk/>
            <pc:sldMk cId="352453082" sldId="257"/>
            <ac:spMk id="29" creationId="{2B091E80-C571-95C5-6A51-3FB87FC144D1}"/>
          </ac:spMkLst>
        </pc:spChg>
        <pc:picChg chg="mod">
          <ac:chgData name="Marta Lobo Lopez de Molina" userId="3199fddb9f64e220" providerId="LiveId" clId="{26D6AB9A-16D2-4461-A5AD-69185B02E06C}" dt="2026-02-12T11:03:06.051" v="1122" actId="1076"/>
          <ac:picMkLst>
            <pc:docMk/>
            <pc:sldMk cId="352453082" sldId="257"/>
            <ac:picMk id="35" creationId="{713DFA56-27C2-499E-DBA8-5C9464A925B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8DF6A-CE48-91CC-6ED9-21B056C22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D53626-A0C8-7D41-DB78-198BA67AD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95BBFF-35A5-F691-7461-E317487D0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6D0E-4961-4808-9905-09AC23C896C0}" type="datetimeFigureOut">
              <a:rPr lang="es-ES" smtClean="0"/>
              <a:t>23/02/2026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B366AB-82AB-9EB6-7988-8327B622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6DD7E4-2E7C-EF7D-5032-CC9AFD4A4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AD56-0B50-443A-9968-1BDDF96D58B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2756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D5E9A-2173-C602-C975-46558B8B8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BDF3FB-598A-B141-6D66-C7D496FF4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CC6E55-41D2-5259-937F-5DD61074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6D0E-4961-4808-9905-09AC23C896C0}" type="datetimeFigureOut">
              <a:rPr lang="es-ES" smtClean="0"/>
              <a:t>23/02/2026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63C736-04A0-0CEA-37B9-EEF04C44E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B3AA80-D1DC-C23D-8C06-78A5AC98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AD56-0B50-443A-9968-1BDDF96D58B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5306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54030-8C8B-1975-4BBD-9EF7F624D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A18204-980E-61A5-3754-EF8FD8141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4B3DFA-48DE-752F-4075-9D8CFE37F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6D0E-4961-4808-9905-09AC23C896C0}" type="datetimeFigureOut">
              <a:rPr lang="es-ES" smtClean="0"/>
              <a:t>23/02/2026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FE071D-7801-2AFF-3035-01AB658EE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E6AD5F-8E62-8E39-B437-9108478E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AD56-0B50-443A-9968-1BDDF96D58B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85176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F53BE-DC4B-2B41-1C67-4D61DD199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E59061-0FF7-3494-6AA1-1ED2E64E8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A03BA7-AF09-21A4-8BD5-EFC3D423F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3AD903-4729-89F0-53D5-0D2F2A75E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6D0E-4961-4808-9905-09AC23C896C0}" type="datetimeFigureOut">
              <a:rPr lang="es-ES" smtClean="0"/>
              <a:t>23/02/2026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38268A-EB97-287F-EF3F-D6476B13F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FC08AB-23CD-CC3F-B6A7-7AFB8472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AD56-0B50-443A-9968-1BDDF96D58B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20959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F75AF5-7D77-4188-EE08-BF199A701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F8AE66-9C5C-3278-B6CA-9A2F7A951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5779FE-94F8-7597-C4BE-9D5AC8B44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DBBFBF4-AA3F-B38E-75EB-D8C51D578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4F298F9-6AEB-7113-A011-C9E2A248F6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C696248-85E6-0FC4-55DB-C5DED3192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6D0E-4961-4808-9905-09AC23C896C0}" type="datetimeFigureOut">
              <a:rPr lang="es-ES" smtClean="0"/>
              <a:t>23/02/2026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252712F-D854-6898-6FFE-9733D90A2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413629D-B8CB-93EF-01F4-1766C8B2A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AD56-0B50-443A-9968-1BDDF96D58B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99475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BEA01A-2215-7530-DACC-ED225E64A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2C8259B-37EC-F906-4E7A-C1E2B939F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6D0E-4961-4808-9905-09AC23C896C0}" type="datetimeFigureOut">
              <a:rPr lang="es-ES" smtClean="0"/>
              <a:t>23/02/2026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0C70FA8-406B-22F2-AFD2-68B0A224E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DC01B1B-265A-89E7-2EDD-A4205A4E5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AD56-0B50-443A-9968-1BDDF96D58B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38875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53AE4BA-C205-4BE8-E64F-692C3D27B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6D0E-4961-4808-9905-09AC23C896C0}" type="datetimeFigureOut">
              <a:rPr lang="es-ES" smtClean="0"/>
              <a:t>23/02/2026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5664A2-6F44-42E7-C41A-AF59C327C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9BF450D-1506-5822-E674-DC34EDE20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AD56-0B50-443A-9968-1BDDF96D58B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054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3FE1A-0C8C-C1B5-FE77-7E78EF433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C4B830-3792-5486-76E4-8ABFE16CC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79324D1-9D2C-C275-BFF1-6243F2779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7795F9-6D73-0A49-0D9E-CB6069C05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6D0E-4961-4808-9905-09AC23C896C0}" type="datetimeFigureOut">
              <a:rPr lang="es-ES" smtClean="0"/>
              <a:t>23/02/2026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CED6CD-5C8C-65CF-0A28-119ED1C67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E294B4-9343-C10A-9507-E66A5C11D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AD56-0B50-443A-9968-1BDDF96D58B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4660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DAC97-D03D-161A-EA9C-7F66F1C34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E2B027F-D658-7478-17C3-3B077E49E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5AEF90-B41C-9679-B590-27D770920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BF6372-D09E-26DD-E706-2260FD4A8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6D0E-4961-4808-9905-09AC23C896C0}" type="datetimeFigureOut">
              <a:rPr lang="es-ES" smtClean="0"/>
              <a:t>23/02/2026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142B4C-3D9D-CBFF-88B5-7254666BC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6B2013-6D1E-CBBC-1927-DE3AFCABA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AD56-0B50-443A-9968-1BDDF96D58B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88196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F130D-37AD-46D0-1B96-65133F6B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11A920-1697-9986-E4C4-7AE078D75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078386-3457-84D6-74F8-C47EC0A2F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6D0E-4961-4808-9905-09AC23C896C0}" type="datetimeFigureOut">
              <a:rPr lang="es-ES" smtClean="0"/>
              <a:t>23/02/2026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F5CBB0-51AE-2E04-27B1-562D070DE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76B6B2-E691-F3D5-E4A3-85A35FEC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AD56-0B50-443A-9968-1BDDF96D58B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422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8C52B7-B573-F0A8-32A2-FED1B4E769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E097A25-F1DC-E85D-2268-834B5EA6B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F75CEC-B25F-2FC2-6531-3EFE0C3F4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6D0E-4961-4808-9905-09AC23C896C0}" type="datetimeFigureOut">
              <a:rPr lang="es-ES" smtClean="0"/>
              <a:t>23/02/2026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F31A92-7F9A-BA75-0895-313F87282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1DBBB4-9DDC-8C51-C8D7-8532C73A4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AD56-0B50-443A-9968-1BDDF96D58B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317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90524FE-2D33-EAEE-F93E-28A77360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015A2C-648C-F898-0E54-01F62FD7B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8311DA-2ADD-E0B5-CB93-10B89EEA76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36D0E-4961-4808-9905-09AC23C896C0}" type="datetimeFigureOut">
              <a:rPr lang="es-ES" smtClean="0"/>
              <a:t>23/02/2026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4B1A48-A0BF-C997-8552-7A7E7816A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548550-4764-EE05-8193-DD41B6376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89AD56-0B50-443A-9968-1BDDF96D58B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40210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18034D4-FEA0-5953-B181-EBE27F132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37" y="1207962"/>
            <a:ext cx="1864260" cy="186426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EAEBA66-EF99-DD6C-B967-FC03DABFA804}"/>
              </a:ext>
            </a:extLst>
          </p:cNvPr>
          <p:cNvSpPr txBox="1"/>
          <p:nvPr/>
        </p:nvSpPr>
        <p:spPr>
          <a:xfrm>
            <a:off x="425192" y="537129"/>
            <a:ext cx="2430618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BIOTECH SANITARIA</a:t>
            </a:r>
          </a:p>
        </p:txBody>
      </p:sp>
      <p:pic>
        <p:nvPicPr>
          <p:cNvPr id="7" name="Imagen 6" descr="Imagen que contiene alimentos, café&#10;&#10;El contenido generado por IA puede ser incorrecto.">
            <a:extLst>
              <a:ext uri="{FF2B5EF4-FFF2-40B4-BE49-F238E27FC236}">
                <a16:creationId xmlns:a16="http://schemas.microsoft.com/office/drawing/2014/main" id="{8A46E0A6-FD7B-8367-D01E-DE519474E5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r="14552" b="164"/>
          <a:stretch>
            <a:fillRect/>
          </a:stretch>
        </p:blipFill>
        <p:spPr>
          <a:xfrm>
            <a:off x="3093927" y="1114387"/>
            <a:ext cx="2584904" cy="203652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39AE2D8-1C66-3A6B-CC02-06874710B2B8}"/>
              </a:ext>
            </a:extLst>
          </p:cNvPr>
          <p:cNvSpPr txBox="1"/>
          <p:nvPr/>
        </p:nvSpPr>
        <p:spPr>
          <a:xfrm>
            <a:off x="3093926" y="531109"/>
            <a:ext cx="2584904" cy="58477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CONOCIMIENTO</a:t>
            </a:r>
          </a:p>
          <a:p>
            <a:pPr algn="ctr"/>
            <a:r>
              <a:rPr lang="es-ES" sz="1600" b="1" dirty="0"/>
              <a:t>Formación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1B67015-5283-76AA-FDFD-0836242C8B63}"/>
              </a:ext>
            </a:extLst>
          </p:cNvPr>
          <p:cNvSpPr txBox="1"/>
          <p:nvPr/>
        </p:nvSpPr>
        <p:spPr>
          <a:xfrm>
            <a:off x="676405" y="168507"/>
            <a:ext cx="1088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EJES DE ARGUMENTACION DE UNA PROPUESTA DE VALOR DIFERENCIADORA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36A7E94-49C6-4A47-86FD-EC2F5EC5C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126" y="3201228"/>
            <a:ext cx="2605704" cy="2036525"/>
          </a:xfrm>
          <a:prstGeom prst="rect">
            <a:avLst/>
          </a:prstGeom>
        </p:spPr>
      </p:pic>
      <p:pic>
        <p:nvPicPr>
          <p:cNvPr id="11" name="Gráfico 10" descr="Agregar con relleno sólido">
            <a:extLst>
              <a:ext uri="{FF2B5EF4-FFF2-40B4-BE49-F238E27FC236}">
                <a16:creationId xmlns:a16="http://schemas.microsoft.com/office/drawing/2014/main" id="{71EA25F6-0254-CE70-52E8-C1102D1E11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5509" y="2744028"/>
            <a:ext cx="914400" cy="9144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B9333148-D874-CA90-1E68-34DAA5EAD27C}"/>
              </a:ext>
            </a:extLst>
          </p:cNvPr>
          <p:cNvSpPr txBox="1"/>
          <p:nvPr/>
        </p:nvSpPr>
        <p:spPr>
          <a:xfrm>
            <a:off x="3068874" y="5236962"/>
            <a:ext cx="2609956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EXPERIENCIA</a:t>
            </a:r>
          </a:p>
          <a:p>
            <a:pPr algn="ctr"/>
            <a:r>
              <a:rPr lang="es-ES" sz="1600" b="1" dirty="0"/>
              <a:t>Experto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E217C64-8C7C-82B4-4D6D-752A15E98ABF}"/>
              </a:ext>
            </a:extLst>
          </p:cNvPr>
          <p:cNvSpPr txBox="1"/>
          <p:nvPr/>
        </p:nvSpPr>
        <p:spPr>
          <a:xfrm>
            <a:off x="3073126" y="5751999"/>
            <a:ext cx="26057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Conocimiento+Experiencia=Experto.</a:t>
            </a:r>
          </a:p>
          <a:p>
            <a:r>
              <a:rPr lang="es-ES" sz="1200" dirty="0"/>
              <a:t>Especialización</a:t>
            </a:r>
          </a:p>
          <a:p>
            <a:r>
              <a:rPr lang="es-ES" sz="1200" dirty="0"/>
              <a:t>Innovación</a:t>
            </a:r>
          </a:p>
          <a:p>
            <a:r>
              <a:rPr lang="es-ES" sz="1200" dirty="0"/>
              <a:t>Prescribir…</a:t>
            </a:r>
          </a:p>
          <a:p>
            <a:endParaRPr lang="es-ES" sz="1200" dirty="0"/>
          </a:p>
        </p:txBody>
      </p:sp>
      <p:pic>
        <p:nvPicPr>
          <p:cNvPr id="17" name="Imagen 16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CD185D7F-AADD-1AE5-591C-F089285BA4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4256" y="1129272"/>
            <a:ext cx="2597468" cy="202164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62FD7524-D151-AEAB-7C10-D6DAA754C062}"/>
              </a:ext>
            </a:extLst>
          </p:cNvPr>
          <p:cNvSpPr txBox="1"/>
          <p:nvPr/>
        </p:nvSpPr>
        <p:spPr>
          <a:xfrm>
            <a:off x="5796820" y="519587"/>
            <a:ext cx="2584904" cy="58477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MERCADO</a:t>
            </a:r>
          </a:p>
          <a:p>
            <a:pPr algn="ctr"/>
            <a:r>
              <a:rPr lang="es-ES" sz="1600" b="1" dirty="0"/>
              <a:t>Competencia/Colegas</a:t>
            </a:r>
          </a:p>
        </p:txBody>
      </p:sp>
      <p:pic>
        <p:nvPicPr>
          <p:cNvPr id="20" name="Imagen 19" descr="Dibujo de una persona&#10;&#10;El contenido generado por IA puede ser incorrecto.">
            <a:extLst>
              <a:ext uri="{FF2B5EF4-FFF2-40B4-BE49-F238E27FC236}">
                <a16:creationId xmlns:a16="http://schemas.microsoft.com/office/drawing/2014/main" id="{E97B067D-90DF-DBC5-676D-EBF1B89527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4255" y="3211885"/>
            <a:ext cx="2597469" cy="2000025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040B0436-7224-398A-3714-B095BFBE1645}"/>
              </a:ext>
            </a:extLst>
          </p:cNvPr>
          <p:cNvSpPr txBox="1"/>
          <p:nvPr/>
        </p:nvSpPr>
        <p:spPr>
          <a:xfrm>
            <a:off x="5771768" y="5211910"/>
            <a:ext cx="2609956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AUGE</a:t>
            </a:r>
          </a:p>
          <a:p>
            <a:pPr algn="ctr"/>
            <a:r>
              <a:rPr lang="es-ES" sz="1600" b="1" dirty="0"/>
              <a:t>Lideramos …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17C882F-0F55-84DE-D7CF-8A7687E952D8}"/>
              </a:ext>
            </a:extLst>
          </p:cNvPr>
          <p:cNvSpPr txBox="1"/>
          <p:nvPr/>
        </p:nvSpPr>
        <p:spPr>
          <a:xfrm>
            <a:off x="5630523" y="5818553"/>
            <a:ext cx="2605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Atracción internacionalización</a:t>
            </a:r>
          </a:p>
          <a:p>
            <a:r>
              <a:rPr lang="es-ES" sz="1200" dirty="0"/>
              <a:t>Alianzas</a:t>
            </a:r>
          </a:p>
          <a:p>
            <a:r>
              <a:rPr lang="es-ES" sz="1200" dirty="0"/>
              <a:t>Actitudes</a:t>
            </a:r>
          </a:p>
          <a:p>
            <a:r>
              <a:rPr lang="es-ES" sz="1200" dirty="0"/>
              <a:t>Iniciativas</a:t>
            </a:r>
          </a:p>
          <a:p>
            <a:r>
              <a:rPr lang="es-ES" sz="1200" dirty="0"/>
              <a:t>…</a:t>
            </a:r>
          </a:p>
          <a:p>
            <a:endParaRPr lang="es-ES" sz="12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9FA45E7-044E-BA9F-DD8A-B364C2AA8D63}"/>
              </a:ext>
            </a:extLst>
          </p:cNvPr>
          <p:cNvSpPr txBox="1"/>
          <p:nvPr/>
        </p:nvSpPr>
        <p:spPr>
          <a:xfrm>
            <a:off x="8524766" y="507061"/>
            <a:ext cx="2584904" cy="58477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SOSTENIBILIDAD</a:t>
            </a:r>
          </a:p>
          <a:p>
            <a:pPr algn="ctr"/>
            <a:r>
              <a:rPr lang="es-ES" sz="1600" b="1" dirty="0"/>
              <a:t>Economía Verde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1E47C97B-12FE-CE4B-0937-A16F810B1A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4766" y="1159739"/>
            <a:ext cx="2584904" cy="200306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732D591C-DC20-90DE-3EA9-C558FD0EE8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24766" y="3230709"/>
            <a:ext cx="2631157" cy="2021639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27C3794C-9259-1714-E8F4-1B7FF10F83E3}"/>
              </a:ext>
            </a:extLst>
          </p:cNvPr>
          <p:cNvSpPr txBox="1"/>
          <p:nvPr/>
        </p:nvSpPr>
        <p:spPr>
          <a:xfrm>
            <a:off x="8512240" y="5211910"/>
            <a:ext cx="2609956" cy="5539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/>
              <a:t>EMPRESA CON PROPÓSITO</a:t>
            </a:r>
          </a:p>
          <a:p>
            <a:pPr algn="ctr"/>
            <a:r>
              <a:rPr lang="es-ES" sz="1600" b="1" dirty="0"/>
              <a:t>Impacto positivo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167F5F2-1E19-0D5B-A27C-A6A087C39391}"/>
              </a:ext>
            </a:extLst>
          </p:cNvPr>
          <p:cNvSpPr txBox="1"/>
          <p:nvPr/>
        </p:nvSpPr>
        <p:spPr>
          <a:xfrm>
            <a:off x="8691856" y="5796685"/>
            <a:ext cx="26057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Más allá de generar rentabilidad económica,  dejar un mundo mejor para generaciones venideras: Tripe impacto (económico, social y ambiental).</a:t>
            </a:r>
          </a:p>
          <a:p>
            <a:r>
              <a:rPr lang="es-ES" sz="1200" dirty="0"/>
              <a:t>Prevención</a:t>
            </a:r>
          </a:p>
          <a:p>
            <a:r>
              <a:rPr lang="es-ES" sz="1200" dirty="0"/>
              <a:t>…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B5D8FD5-F2D6-438D-F190-03B20D878AD5}"/>
              </a:ext>
            </a:extLst>
          </p:cNvPr>
          <p:cNvSpPr txBox="1"/>
          <p:nvPr/>
        </p:nvSpPr>
        <p:spPr>
          <a:xfrm>
            <a:off x="425191" y="5236962"/>
            <a:ext cx="2609956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EFICIENCIA CLÍNICA</a:t>
            </a:r>
          </a:p>
          <a:p>
            <a:pPr algn="ctr"/>
            <a:r>
              <a:rPr lang="es-ES" sz="1600" b="1" dirty="0"/>
              <a:t>Medicina Preventiva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B028611-47B3-A3BB-F92E-953CFC4FC292}"/>
              </a:ext>
            </a:extLst>
          </p:cNvPr>
          <p:cNvSpPr txBox="1"/>
          <p:nvPr/>
        </p:nvSpPr>
        <p:spPr>
          <a:xfrm>
            <a:off x="393379" y="5818553"/>
            <a:ext cx="2605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/>
              <a:t>Relación entre recursos utilizados y  resultados obtenidos</a:t>
            </a:r>
            <a:r>
              <a:rPr lang="es-ES" sz="1200" dirty="0"/>
              <a:t>.</a:t>
            </a:r>
          </a:p>
          <a:p>
            <a:r>
              <a:rPr lang="es-ES" sz="1200" dirty="0"/>
              <a:t>Herramientas digitales</a:t>
            </a:r>
          </a:p>
          <a:p>
            <a:r>
              <a:rPr lang="es-ES" sz="1200" dirty="0"/>
              <a:t>Apoyo clínico</a:t>
            </a:r>
          </a:p>
          <a:p>
            <a:r>
              <a:rPr lang="es-ES" sz="1200" dirty="0"/>
              <a:t>Gestión flujos, personas…</a:t>
            </a:r>
          </a:p>
          <a:p>
            <a:r>
              <a:rPr lang="es-ES" sz="1200" dirty="0"/>
              <a:t>Toma de decisiones</a:t>
            </a:r>
          </a:p>
        </p:txBody>
      </p:sp>
      <p:pic>
        <p:nvPicPr>
          <p:cNvPr id="35" name="Imagen 3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131EEBA7-B14F-F0D8-6EED-87B301219C0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8526" t="24767" r="28528" b="17007"/>
          <a:stretch>
            <a:fillRect/>
          </a:stretch>
        </p:blipFill>
        <p:spPr>
          <a:xfrm>
            <a:off x="435483" y="3211885"/>
            <a:ext cx="2589369" cy="2040463"/>
          </a:xfrm>
          <a:prstGeom prst="rect">
            <a:avLst/>
          </a:prstGeom>
        </p:spPr>
      </p:pic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C739EF93-538F-638E-8F76-86807AE27679}"/>
              </a:ext>
            </a:extLst>
          </p:cNvPr>
          <p:cNvCxnSpPr>
            <a:cxnSpLocks/>
          </p:cNvCxnSpPr>
          <p:nvPr/>
        </p:nvCxnSpPr>
        <p:spPr>
          <a:xfrm>
            <a:off x="393379" y="964504"/>
            <a:ext cx="2462431" cy="210771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96E559F1-8D50-2FA7-67E6-FC1AAD4ACE3B}"/>
              </a:ext>
            </a:extLst>
          </p:cNvPr>
          <p:cNvCxnSpPr>
            <a:cxnSpLocks/>
          </p:cNvCxnSpPr>
          <p:nvPr/>
        </p:nvCxnSpPr>
        <p:spPr>
          <a:xfrm flipV="1">
            <a:off x="435482" y="1036263"/>
            <a:ext cx="2344290" cy="20041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C2A6D292-AE6C-0F66-368E-0B224EF86275}"/>
              </a:ext>
            </a:extLst>
          </p:cNvPr>
          <p:cNvCxnSpPr>
            <a:cxnSpLocks/>
          </p:cNvCxnSpPr>
          <p:nvPr/>
        </p:nvCxnSpPr>
        <p:spPr>
          <a:xfrm>
            <a:off x="3100224" y="1079539"/>
            <a:ext cx="2566042" cy="20713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9C87E1AD-D8A5-96EE-F30A-825FA2296260}"/>
              </a:ext>
            </a:extLst>
          </p:cNvPr>
          <p:cNvCxnSpPr>
            <a:cxnSpLocks/>
          </p:cNvCxnSpPr>
          <p:nvPr/>
        </p:nvCxnSpPr>
        <p:spPr>
          <a:xfrm flipV="1">
            <a:off x="3142327" y="1139932"/>
            <a:ext cx="2523939" cy="20155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C3A21E66-5B10-6B39-A872-850AEB20062C}"/>
              </a:ext>
            </a:extLst>
          </p:cNvPr>
          <p:cNvCxnSpPr>
            <a:cxnSpLocks/>
          </p:cNvCxnSpPr>
          <p:nvPr/>
        </p:nvCxnSpPr>
        <p:spPr>
          <a:xfrm>
            <a:off x="5822480" y="1114387"/>
            <a:ext cx="2566042" cy="20713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B6F50C0A-1A7D-463E-DBBA-9DE980B86CB0}"/>
              </a:ext>
            </a:extLst>
          </p:cNvPr>
          <p:cNvCxnSpPr>
            <a:cxnSpLocks/>
          </p:cNvCxnSpPr>
          <p:nvPr/>
        </p:nvCxnSpPr>
        <p:spPr>
          <a:xfrm flipV="1">
            <a:off x="5864583" y="1174780"/>
            <a:ext cx="2523939" cy="20155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4C3601D0-20FA-C688-CBC9-66D89CF6C44D}"/>
              </a:ext>
            </a:extLst>
          </p:cNvPr>
          <p:cNvCxnSpPr>
            <a:cxnSpLocks/>
          </p:cNvCxnSpPr>
          <p:nvPr/>
        </p:nvCxnSpPr>
        <p:spPr>
          <a:xfrm>
            <a:off x="8569788" y="1091836"/>
            <a:ext cx="2566042" cy="20713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DB898083-2B68-59FE-540C-FABF2613365F}"/>
              </a:ext>
            </a:extLst>
          </p:cNvPr>
          <p:cNvCxnSpPr>
            <a:cxnSpLocks/>
          </p:cNvCxnSpPr>
          <p:nvPr/>
        </p:nvCxnSpPr>
        <p:spPr>
          <a:xfrm flipV="1">
            <a:off x="8611891" y="1152229"/>
            <a:ext cx="2523939" cy="20155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23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EF6C9-A231-C5DF-8839-6177B3702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070653E7-2A65-937E-FF25-9CCDA83B66A0}"/>
              </a:ext>
            </a:extLst>
          </p:cNvPr>
          <p:cNvSpPr txBox="1"/>
          <p:nvPr/>
        </p:nvSpPr>
        <p:spPr>
          <a:xfrm>
            <a:off x="676405" y="168507"/>
            <a:ext cx="1088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EJES DE ARGUMENTACION DE UNA PROPUESTA DE VALOR DIFERENCIADORA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3D5C51A-3C1F-4ED7-34F2-18F5CDE11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224" y="625707"/>
            <a:ext cx="2605704" cy="2036525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F62A7DDA-0E7C-0A3A-CA95-FBAA84FF3494}"/>
              </a:ext>
            </a:extLst>
          </p:cNvPr>
          <p:cNvSpPr txBox="1"/>
          <p:nvPr/>
        </p:nvSpPr>
        <p:spPr>
          <a:xfrm>
            <a:off x="3305972" y="2661441"/>
            <a:ext cx="2609956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EXPERIENCIA</a:t>
            </a:r>
          </a:p>
          <a:p>
            <a:pPr algn="ctr"/>
            <a:r>
              <a:rPr lang="es-ES" sz="1600" b="1" dirty="0"/>
              <a:t>Experto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81AD3C7-7027-BE2E-DDA4-C7085F96C4AD}"/>
              </a:ext>
            </a:extLst>
          </p:cNvPr>
          <p:cNvSpPr txBox="1"/>
          <p:nvPr/>
        </p:nvSpPr>
        <p:spPr>
          <a:xfrm>
            <a:off x="3310224" y="3176478"/>
            <a:ext cx="260570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Conocimiento+Experiencia=Experto.</a:t>
            </a:r>
          </a:p>
          <a:p>
            <a:r>
              <a:rPr lang="es-ES" sz="1200" dirty="0"/>
              <a:t>Especialización</a:t>
            </a:r>
          </a:p>
          <a:p>
            <a:r>
              <a:rPr lang="es-ES" sz="1200" dirty="0"/>
              <a:t>Innovación</a:t>
            </a:r>
          </a:p>
          <a:p>
            <a:r>
              <a:rPr lang="es-ES" sz="1200" dirty="0"/>
              <a:t>Prescribir</a:t>
            </a:r>
          </a:p>
          <a:p>
            <a:pPr marL="171450" indent="-171450">
              <a:buFontTx/>
              <a:buChar char="-"/>
            </a:pPr>
            <a:r>
              <a:rPr lang="es-ES" sz="1200" dirty="0" err="1"/>
              <a:t>Validacion</a:t>
            </a:r>
            <a:r>
              <a:rPr lang="es-ES" sz="1200" dirty="0"/>
              <a:t> prospectiva</a:t>
            </a:r>
          </a:p>
          <a:p>
            <a:pPr marL="171450" indent="-171450">
              <a:buFontTx/>
              <a:buChar char="-"/>
            </a:pPr>
            <a:r>
              <a:rPr lang="es-ES" sz="1200" dirty="0"/>
              <a:t>Data </a:t>
            </a:r>
            <a:r>
              <a:rPr lang="es-ES" sz="1200" dirty="0" err="1"/>
              <a:t>science</a:t>
            </a:r>
            <a:r>
              <a:rPr lang="es-ES" sz="1200" dirty="0"/>
              <a:t> aplicado</a:t>
            </a:r>
          </a:p>
          <a:p>
            <a:pPr marL="171450" indent="-171450">
              <a:buFontTx/>
              <a:buChar char="-"/>
            </a:pPr>
            <a:r>
              <a:rPr lang="es-ES" sz="1200" dirty="0" err="1"/>
              <a:t>Prescripcion</a:t>
            </a:r>
            <a:r>
              <a:rPr lang="es-ES" sz="1200" dirty="0"/>
              <a:t> de soluciones tecnológicas por parte de médicos validados</a:t>
            </a:r>
          </a:p>
          <a:p>
            <a:pPr marL="171450" indent="-171450">
              <a:buFontTx/>
              <a:buChar char="-"/>
            </a:pPr>
            <a:r>
              <a:rPr lang="es-ES" sz="1200" dirty="0" err="1"/>
              <a:t>Know</a:t>
            </a:r>
            <a:r>
              <a:rPr lang="es-ES" sz="1200" dirty="0"/>
              <a:t> </a:t>
            </a:r>
            <a:r>
              <a:rPr lang="es-ES" sz="1200" dirty="0" err="1"/>
              <a:t>how</a:t>
            </a:r>
            <a:r>
              <a:rPr lang="es-ES" sz="1200" dirty="0"/>
              <a:t> importado: MIT, Harvard, </a:t>
            </a:r>
          </a:p>
          <a:p>
            <a:pPr marL="171450" indent="-171450">
              <a:buFontTx/>
              <a:buChar char="-"/>
            </a:pPr>
            <a:r>
              <a:rPr lang="es-ES" sz="1200" dirty="0" err="1"/>
              <a:t>Expertise</a:t>
            </a:r>
            <a:r>
              <a:rPr lang="es-ES" sz="1200" dirty="0"/>
              <a:t> regulatorio: MDR, </a:t>
            </a:r>
            <a:r>
              <a:rPr lang="es-ES" sz="1200" dirty="0" err="1"/>
              <a:t>AiAct</a:t>
            </a:r>
            <a:r>
              <a:rPr lang="es-ES" sz="1200" dirty="0"/>
              <a:t>, GPDR</a:t>
            </a:r>
          </a:p>
          <a:p>
            <a:pPr marL="171450" indent="-171450">
              <a:buFontTx/>
              <a:buChar char="-"/>
            </a:pPr>
            <a:r>
              <a:rPr lang="es-ES" sz="1200" dirty="0"/>
              <a:t>Rigor métrico no negociable</a:t>
            </a:r>
          </a:p>
          <a:p>
            <a:pPr marL="171450" indent="-171450">
              <a:buFontTx/>
              <a:buChar char="-"/>
            </a:pPr>
            <a:r>
              <a:rPr lang="es-ES" sz="1200" dirty="0"/>
              <a:t>Arquitectura de decisiones clínicas &amp; tecnológicas </a:t>
            </a:r>
          </a:p>
          <a:p>
            <a:endParaRPr lang="es-ES" sz="1200" dirty="0"/>
          </a:p>
        </p:txBody>
      </p:sp>
      <p:pic>
        <p:nvPicPr>
          <p:cNvPr id="20" name="Imagen 19" descr="Dibujo de una persona&#10;&#10;El contenido generado por IA puede ser incorrecto.">
            <a:extLst>
              <a:ext uri="{FF2B5EF4-FFF2-40B4-BE49-F238E27FC236}">
                <a16:creationId xmlns:a16="http://schemas.microsoft.com/office/drawing/2014/main" id="{1B3FB591-FD22-1380-2766-DC001C668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353" y="636364"/>
            <a:ext cx="2597469" cy="2000025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7FAC4338-9A98-C965-DFA3-C9AE02181900}"/>
              </a:ext>
            </a:extLst>
          </p:cNvPr>
          <p:cNvSpPr txBox="1"/>
          <p:nvPr/>
        </p:nvSpPr>
        <p:spPr>
          <a:xfrm>
            <a:off x="6008866" y="2636389"/>
            <a:ext cx="2609956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AUGE</a:t>
            </a:r>
          </a:p>
          <a:p>
            <a:pPr algn="ctr"/>
            <a:r>
              <a:rPr lang="es-ES" sz="1600" b="1" dirty="0"/>
              <a:t>Lideramos …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5F759A6-1FB6-8FC8-08F9-DCC83C341FE6}"/>
              </a:ext>
            </a:extLst>
          </p:cNvPr>
          <p:cNvSpPr txBox="1"/>
          <p:nvPr/>
        </p:nvSpPr>
        <p:spPr>
          <a:xfrm>
            <a:off x="5867621" y="3243032"/>
            <a:ext cx="26057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Atracción internacionalización</a:t>
            </a:r>
          </a:p>
          <a:p>
            <a:r>
              <a:rPr lang="es-ES" sz="1200" dirty="0"/>
              <a:t>Alianzas</a:t>
            </a:r>
          </a:p>
          <a:p>
            <a:r>
              <a:rPr lang="es-ES" sz="1200" dirty="0"/>
              <a:t>Actitudes</a:t>
            </a:r>
          </a:p>
          <a:p>
            <a:r>
              <a:rPr lang="es-ES" sz="1200" dirty="0"/>
              <a:t>Iniciativas</a:t>
            </a:r>
          </a:p>
          <a:p>
            <a:r>
              <a:rPr lang="es-ES" sz="1200" dirty="0"/>
              <a:t>INTERSECCION de tecnologías de frontera</a:t>
            </a:r>
          </a:p>
          <a:p>
            <a:r>
              <a:rPr lang="es-ES" sz="1200" dirty="0" err="1"/>
              <a:t>Momentum</a:t>
            </a:r>
            <a:r>
              <a:rPr lang="es-ES" sz="1200" dirty="0"/>
              <a:t> internacional activo: redes internacionales de colaboración: neurociencias, sueño, prevención de eventos adversos en quirófano, epilepsia domiciliaria. </a:t>
            </a:r>
          </a:p>
          <a:p>
            <a:pPr marL="171450" indent="-171450">
              <a:buFontTx/>
              <a:buChar char="-"/>
            </a:pPr>
            <a:r>
              <a:rPr lang="es-ES" sz="1200" dirty="0"/>
              <a:t>Red multicéntrica en curso</a:t>
            </a:r>
          </a:p>
          <a:p>
            <a:pPr marL="171450" indent="-171450">
              <a:buFontTx/>
              <a:buChar char="-"/>
            </a:pPr>
            <a:r>
              <a:rPr lang="es-ES" sz="1200" dirty="0"/>
              <a:t>Tecnología sin HYPE</a:t>
            </a:r>
          </a:p>
          <a:p>
            <a:pPr marL="171450" indent="-171450">
              <a:buFontTx/>
              <a:buChar char="-"/>
            </a:pPr>
            <a:r>
              <a:rPr lang="es-ES" sz="1200" dirty="0"/>
              <a:t>Ecosistema vivo y adaptativo</a:t>
            </a:r>
          </a:p>
          <a:p>
            <a:pPr marL="171450" indent="-171450">
              <a:buFontTx/>
              <a:buChar char="-"/>
            </a:pPr>
            <a:r>
              <a:rPr lang="es-ES" sz="1200" dirty="0"/>
              <a:t>Estándar metodológico propio</a:t>
            </a:r>
          </a:p>
          <a:p>
            <a:pPr marL="171450" indent="-171450">
              <a:buFontTx/>
              <a:buChar char="-"/>
            </a:pPr>
            <a:r>
              <a:rPr lang="es-ES" sz="1200" dirty="0"/>
              <a:t>Modelo de desarrollo mixto: Boston </a:t>
            </a:r>
            <a:r>
              <a:rPr lang="es-ES" sz="1200" dirty="0" err="1"/>
              <a:t>lifescience</a:t>
            </a:r>
            <a:r>
              <a:rPr lang="es-ES" sz="1200" dirty="0"/>
              <a:t> &amp; lean startup/ spin off / Cambridge </a:t>
            </a:r>
            <a:r>
              <a:rPr lang="es-ES" sz="1200" dirty="0" err="1"/>
              <a:t>biocapital</a:t>
            </a:r>
            <a:r>
              <a:rPr lang="es-ES" sz="1200" dirty="0"/>
              <a:t>. </a:t>
            </a:r>
          </a:p>
          <a:p>
            <a:endParaRPr lang="es-ES" sz="1200" dirty="0"/>
          </a:p>
          <a:p>
            <a:endParaRPr lang="es-ES" sz="12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E1DC91E0-4163-EB85-A0DB-6C5E78F00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1864" y="655188"/>
            <a:ext cx="2631157" cy="2021639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9A1E600E-97B1-EFDA-5799-0EC33D024414}"/>
              </a:ext>
            </a:extLst>
          </p:cNvPr>
          <p:cNvSpPr txBox="1"/>
          <p:nvPr/>
        </p:nvSpPr>
        <p:spPr>
          <a:xfrm>
            <a:off x="8749338" y="2636389"/>
            <a:ext cx="2609956" cy="5539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/>
              <a:t>EMPRESA CON PROPÓSITO</a:t>
            </a:r>
          </a:p>
          <a:p>
            <a:pPr algn="ctr"/>
            <a:r>
              <a:rPr lang="es-ES" sz="1600" b="1" dirty="0"/>
              <a:t>Impacto positivo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BD921CD-0F72-0491-453E-A583CE59A011}"/>
              </a:ext>
            </a:extLst>
          </p:cNvPr>
          <p:cNvSpPr txBox="1"/>
          <p:nvPr/>
        </p:nvSpPr>
        <p:spPr>
          <a:xfrm>
            <a:off x="8928954" y="3221164"/>
            <a:ext cx="26057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Más allá de generar rentabilidad económica,  dejar un mundo mejor para generaciones venideras: Tripe impacto (económico, social y ambiental).</a:t>
            </a:r>
          </a:p>
          <a:p>
            <a:r>
              <a:rPr lang="es-ES" sz="1200" dirty="0"/>
              <a:t>Prevención</a:t>
            </a:r>
          </a:p>
          <a:p>
            <a:r>
              <a:rPr lang="es-ES" sz="1200" dirty="0"/>
              <a:t>Democratización </a:t>
            </a:r>
            <a:r>
              <a:rPr lang="es-ES" sz="1200"/>
              <a:t>tecnologica</a:t>
            </a:r>
            <a:endParaRPr lang="es-ES" sz="1200" dirty="0"/>
          </a:p>
          <a:p>
            <a:r>
              <a:rPr lang="es-ES" sz="1200" dirty="0"/>
              <a:t>- Triple impacto: económico, social, científico. Mas allá de la rentabilidad</a:t>
            </a:r>
          </a:p>
          <a:p>
            <a:pPr marL="171450" indent="-171450">
              <a:buFontTx/>
              <a:buChar char="-"/>
            </a:pPr>
            <a:r>
              <a:rPr lang="es-ES" sz="1200" dirty="0"/>
              <a:t>NORTE: seguridad del paciente, mejoría continua del médico. </a:t>
            </a:r>
            <a:r>
              <a:rPr lang="es-ES" sz="1200" dirty="0" err="1"/>
              <a:t>Primum</a:t>
            </a:r>
            <a:r>
              <a:rPr lang="es-ES" sz="1200" dirty="0"/>
              <a:t> non </a:t>
            </a:r>
            <a:r>
              <a:rPr lang="es-ES" sz="1200" dirty="0" err="1"/>
              <a:t>nocere</a:t>
            </a:r>
            <a:r>
              <a:rPr lang="es-ES" sz="1200" dirty="0"/>
              <a:t>. </a:t>
            </a:r>
          </a:p>
          <a:p>
            <a:pPr marL="171450" indent="-171450">
              <a:buFontTx/>
              <a:buChar char="-"/>
            </a:pPr>
            <a:r>
              <a:rPr lang="es-ES" sz="1200" dirty="0"/>
              <a:t>`Producto, vanguardia y rigor. </a:t>
            </a:r>
          </a:p>
          <a:p>
            <a:pPr marL="171450" indent="-171450">
              <a:buFontTx/>
              <a:buChar char="-"/>
            </a:pPr>
            <a:r>
              <a:rPr lang="es-ES" sz="1200" dirty="0"/>
              <a:t>Modelo participativo: FEDERADO</a:t>
            </a:r>
          </a:p>
          <a:p>
            <a:pPr marL="171450" indent="-171450">
              <a:buFontTx/>
              <a:buChar char="-"/>
            </a:pPr>
            <a:r>
              <a:rPr lang="es-ES" sz="1200" dirty="0"/>
              <a:t>Medicina predictiva como DERECHO</a:t>
            </a:r>
          </a:p>
          <a:p>
            <a:pPr marL="171450" indent="-171450">
              <a:buFontTx/>
              <a:buChar char="-"/>
            </a:pPr>
            <a:endParaRPr lang="es-ES" sz="1200" dirty="0"/>
          </a:p>
          <a:p>
            <a:r>
              <a:rPr lang="es-ES" sz="1200" dirty="0"/>
              <a:t>…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5E3A8EB-BEC4-20DD-EF9D-FDA4152DE61A}"/>
              </a:ext>
            </a:extLst>
          </p:cNvPr>
          <p:cNvSpPr txBox="1"/>
          <p:nvPr/>
        </p:nvSpPr>
        <p:spPr>
          <a:xfrm>
            <a:off x="662289" y="2661441"/>
            <a:ext cx="2609956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EFICIENCIA CLÍNICA</a:t>
            </a:r>
          </a:p>
          <a:p>
            <a:pPr algn="ctr"/>
            <a:r>
              <a:rPr lang="es-ES" sz="1600" b="1" dirty="0"/>
              <a:t>Medicina Preventiva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B091E80-C571-95C5-6A51-3FB87FC144D1}"/>
              </a:ext>
            </a:extLst>
          </p:cNvPr>
          <p:cNvSpPr txBox="1"/>
          <p:nvPr/>
        </p:nvSpPr>
        <p:spPr>
          <a:xfrm>
            <a:off x="630477" y="3243032"/>
            <a:ext cx="260570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/>
              <a:t>Relación entre recursos utilizados y  resultados obtenidos</a:t>
            </a:r>
            <a:r>
              <a:rPr lang="es-ES" sz="1200" dirty="0"/>
              <a:t>.</a:t>
            </a:r>
          </a:p>
          <a:p>
            <a:r>
              <a:rPr lang="es-ES" sz="1200" dirty="0"/>
              <a:t>- Herramientas digitales</a:t>
            </a:r>
          </a:p>
          <a:p>
            <a:r>
              <a:rPr lang="es-ES" sz="1200" dirty="0"/>
              <a:t>- Apoyo clínico</a:t>
            </a:r>
          </a:p>
          <a:p>
            <a:r>
              <a:rPr lang="es-ES" sz="1200" dirty="0"/>
              <a:t>Gestión flujos, personas…</a:t>
            </a:r>
          </a:p>
          <a:p>
            <a:r>
              <a:rPr lang="es-ES" sz="1200" dirty="0"/>
              <a:t>Toma de decisiones</a:t>
            </a:r>
          </a:p>
          <a:p>
            <a:pPr marL="171450" indent="-171450">
              <a:buFontTx/>
              <a:buChar char="-"/>
            </a:pPr>
            <a:r>
              <a:rPr lang="es-ES" sz="1200" dirty="0"/>
              <a:t>Ciclo clínico: perioperatorio, diagnostico, gestión, optimización continua</a:t>
            </a:r>
          </a:p>
          <a:p>
            <a:pPr marL="171450" indent="-171450">
              <a:buFontTx/>
              <a:buChar char="-"/>
            </a:pPr>
            <a:r>
              <a:rPr lang="es-ES" sz="1200" dirty="0"/>
              <a:t>Medicina predictiva de precisión: modelos validados</a:t>
            </a:r>
          </a:p>
          <a:p>
            <a:pPr marL="171450" indent="-171450">
              <a:buFontTx/>
              <a:buChar char="-"/>
            </a:pPr>
            <a:r>
              <a:rPr lang="es-ES" sz="1200" dirty="0"/>
              <a:t>Entornos clínicos reales</a:t>
            </a:r>
          </a:p>
          <a:p>
            <a:pPr marL="171450" indent="-171450">
              <a:buFontTx/>
              <a:buChar char="-"/>
            </a:pPr>
            <a:r>
              <a:rPr lang="es-ES" sz="1200" dirty="0"/>
              <a:t>Seguridad del paciente. </a:t>
            </a:r>
            <a:r>
              <a:rPr lang="es-ES" sz="1200" dirty="0" err="1"/>
              <a:t>Workflow</a:t>
            </a:r>
            <a:r>
              <a:rPr lang="es-ES" sz="1200" dirty="0"/>
              <a:t> integrado</a:t>
            </a:r>
          </a:p>
          <a:p>
            <a:pPr marL="171450" indent="-171450">
              <a:buFontTx/>
              <a:buChar char="-"/>
            </a:pPr>
            <a:r>
              <a:rPr lang="es-ES" sz="1200" dirty="0" err="1"/>
              <a:t>Medicion</a:t>
            </a:r>
            <a:r>
              <a:rPr lang="es-ES" sz="1200" dirty="0"/>
              <a:t> y mejora continua</a:t>
            </a:r>
          </a:p>
          <a:p>
            <a:pPr marL="171450" indent="-171450">
              <a:buFontTx/>
              <a:buChar char="-"/>
            </a:pPr>
            <a:r>
              <a:rPr lang="es-ES" sz="1200" dirty="0"/>
              <a:t>3 dominios: un ecosistema</a:t>
            </a:r>
          </a:p>
          <a:p>
            <a:pPr marL="171450" indent="-171450">
              <a:buFontTx/>
              <a:buChar char="-"/>
            </a:pPr>
            <a:r>
              <a:rPr lang="es-ES" sz="1200" dirty="0" err="1"/>
              <a:t>Hipotesis</a:t>
            </a:r>
            <a:r>
              <a:rPr lang="es-ES" sz="1200" dirty="0"/>
              <a:t> &gt; resultado</a:t>
            </a:r>
          </a:p>
          <a:p>
            <a:pPr marL="171450" indent="-171450">
              <a:buFontTx/>
              <a:buChar char="-"/>
            </a:pPr>
            <a:r>
              <a:rPr lang="es-ES" sz="1200" dirty="0"/>
              <a:t>Precisión procedimental</a:t>
            </a:r>
          </a:p>
          <a:p>
            <a:pPr marL="171450" indent="-171450">
              <a:buFontTx/>
              <a:buChar char="-"/>
            </a:pPr>
            <a:endParaRPr lang="es-ES" sz="1200" dirty="0"/>
          </a:p>
        </p:txBody>
      </p:sp>
      <p:pic>
        <p:nvPicPr>
          <p:cNvPr id="35" name="Imagen 3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713DFA56-27C2-499E-DBA8-5C9464A925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526" t="24767" r="28528" b="17007"/>
          <a:stretch>
            <a:fillRect/>
          </a:stretch>
        </p:blipFill>
        <p:spPr>
          <a:xfrm>
            <a:off x="672581" y="636364"/>
            <a:ext cx="2589369" cy="204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30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1528</TotalTime>
  <Words>368</Words>
  <Application>Microsoft Office PowerPoint</Application>
  <PresentationFormat>Panorámica</PresentationFormat>
  <Paragraphs>87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Lobo Lopez de Molina</dc:creator>
  <cp:lastModifiedBy>pablo hernandez</cp:lastModifiedBy>
  <cp:revision>1</cp:revision>
  <dcterms:created xsi:type="dcterms:W3CDTF">2026-02-12T09:57:17Z</dcterms:created>
  <dcterms:modified xsi:type="dcterms:W3CDTF">2026-02-24T14:04:51Z</dcterms:modified>
</cp:coreProperties>
</file>